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rial"/>
              </a:rP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FB0CE"/>
                </a:solidFill>
                <a:latin typeface="Arial"/>
              </a:rPr>
              <a:t>What actually ran on the 8xH100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5F7FB"/>
                </a:solidFill>
                <a:latin typeface="Arial"/>
              </a:rPr>
              <a:t>Vendored nanochat reverse run on 8x NVIDIA H100 80GB HBM3.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5F7FB"/>
                </a:solidFill>
                <a:latin typeface="Arial"/>
              </a:rPr>
              <a:t>1.384B-parameter causal transformer trained on BOS + reversed token rows.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5F7FB"/>
                </a:solidFill>
                <a:latin typeface="Arial"/>
              </a:rPr>
              <a:t>Target budget: 5.84B train tokens, 2,048 context, depth 24, 12 heads, 1,536 embedding width.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5F7FB"/>
                </a:solidFill>
                <a:latin typeface="Arial"/>
              </a:rPr>
              <a:t>Checkpoints saved every 1,000 steps, validation every 250 steps.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5F7FB"/>
                </a:solidFill>
                <a:latin typeface="Arial"/>
              </a:rPr>
              <a:t>Later transcript shows steady-state throughput near 0.97M tok/s and about 58-59% BF16 MFU.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60120"/>
            <a:ext cx="4846320" cy="4480560"/>
          </a:xfrm>
          <a:prstGeom prst="roundRect">
            <a:avLst/>
          </a:prstGeom>
          <a:solidFill>
            <a:srgbClr val="0F1C33"/>
          </a:solidFill>
          <a:ln>
            <a:solidFill>
              <a:srgbClr val="32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801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7FB"/>
                </a:solidFill>
                <a:latin typeface="Arial"/>
              </a:rPr>
              <a:t>Preserved launch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FB0CE"/>
                </a:solidFill>
                <a:latin typeface="Arial"/>
              </a:rP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67E8F9"/>
                </a:solidFill>
                <a:latin typeface="Arial"/>
              </a:rPr>
              <a:t>1.384B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50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FB0CE"/>
                </a:solidFill>
                <a:latin typeface="Arial"/>
              </a:rPr>
              <a:t>TARGET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0487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67E8F9"/>
                </a:solidFill>
                <a:latin typeface="Arial"/>
              </a:rPr>
              <a:t>5.84B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07238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FB0CE"/>
                </a:solidFill>
                <a:latin typeface="Arial"/>
              </a:rPr>
              <a:t>EARLY MEDIAN TOK/S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26664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67E8F9"/>
                </a:solidFill>
                <a:latin typeface="Arial"/>
              </a:rPr>
              <a:t>560.7k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941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FB0CE"/>
                </a:solidFill>
                <a:latin typeface="Arial"/>
              </a:rPr>
              <a:t>LATER TRANSCRIPT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4845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67E8F9"/>
                </a:solidFill>
                <a:latin typeface="Arial"/>
              </a:rPr>
              <a:t>0.95M-0.98M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159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FB0CE"/>
                </a:solidFill>
                <a:latin typeface="Arial"/>
              </a:rPr>
              <a:t>BEST SAVED BPB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7024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67E8F9"/>
                </a:solidFill>
                <a:latin typeface="Arial"/>
              </a:rPr>
              <a:t>0.757 at step 4500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rial"/>
              </a:rPr>
              <a:t>Validation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FB0CE"/>
                </a:solidFill>
                <a:latin typeface="Arial"/>
              </a:rPr>
              <a:t>The run kept improving deep into the schedule.</a:t>
            </a:r>
          </a:p>
        </p:txBody>
      </p:sp>
      <p:pic>
        <p:nvPicPr>
          <p:cNvPr id="4" name="Picture 3" descr="valid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712948"/>
          </a:xfrm>
          <a:prstGeom prst="rect">
            <a:avLst/>
          </a:prstGeom>
        </p:spPr>
      </p:pic>
      <p:pic>
        <p:nvPicPr>
          <p:cNvPr id="5" name="Picture 4" descr="validation_improv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4114800" cy="2039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rial"/>
              </a:rPr>
              <a:t>Generation Quality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FB0CE"/>
                </a:solidFill>
                <a:latin typeface="Arial"/>
              </a:rPr>
              <a:t>CPU probes showed the objective worked, but truthfulness lagged behind anchor landing.</a:t>
            </a:r>
          </a:p>
        </p:txBody>
      </p:sp>
      <p:pic>
        <p:nvPicPr>
          <p:cNvPr id="4" name="Picture 3" descr="probe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718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023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3000 default: first checkpoint that looked genuinely useful.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4000 default: better on some anchors, but repetition got worse.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5000 default: best overall compromise.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0.25 temperature: strongest loops.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0.9 temperature: less looping, more hallucination.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5F7FB"/>
                </a:solidFill>
                <a:latin typeface="Arial"/>
              </a:rPr>
              <a:t>Bottom line: decoding needs repetition control, not just temperature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rial"/>
              </a:rPr>
              <a:t>What the Run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F5F7FB"/>
                </a:solidFill>
                <a:latin typeface="Arial"/>
              </a:rPr>
              <a:t>Reverse-only pretraining is viable at nanochat scale: the model learned to generate plausible lead-ins for fixed suffix anchors.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7FB"/>
                </a:solidFill>
                <a:latin typeface="Arial"/>
              </a:rPr>
              <a:t>Validation BPB kept falling from 3.168 at step 0 to 0.757 at step 4500.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7FB"/>
                </a:solidFill>
                <a:latin typeface="Arial"/>
              </a:rPr>
              <a:t>The reverse objective improved topic steering and anchor adherence before it improved factual reliability.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5F7FB"/>
                </a:solidFill>
                <a:latin typeface="Arial"/>
              </a:rPr>
              <a:t>Hallucination was still expected at this parameter/data scale, so the right next move is better decoding or forward-model reranking, not abandoning the objective.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20"/>
            <a:ext cx="4572000" cy="4023360"/>
          </a:xfrm>
          <a:prstGeom prst="roundRect">
            <a:avLst/>
          </a:prstGeom>
          <a:solidFill>
            <a:srgbClr val="0F1C33"/>
          </a:solidFill>
          <a:ln>
            <a:solidFill>
              <a:srgbClr val="32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7373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A5B"/>
                </a:solidFill>
                <a:latin typeface="Arial"/>
              </a:rPr>
              <a:t>Best concise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2240280"/>
            <a:ext cx="3749039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F5F7FB"/>
                </a:solidFill>
                <a:latin typeface="Arial"/>
              </a:rPr>
              <a:t>The run learned reverse landing behavior. It did not learn factual reconstruction. That is still a strong result, because it upgrades the idea from speculation to a working training objective.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rial"/>
              </a:rPr>
              <a:t>Failure and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FB0CE"/>
                </a:solidFill>
                <a:latin typeface="Arial"/>
              </a:rPr>
              <a:t>The remote run reached roughly 99.69% before the container restart wiped the weights.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4389120"/>
          </a:xfrm>
          <a:prstGeom prst="roundRect">
            <a:avLst/>
          </a:prstGeom>
          <a:solidFill>
            <a:srgbClr val="0F1C33"/>
          </a:solidFill>
          <a:ln>
            <a:solidFill>
              <a:srgbClr val="32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8A5B"/>
                </a:solidFill>
                <a:latin typeface="Arial"/>
              </a:rPr>
              <a:t>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Checkpoints were written to /root/.cache/nanochat_reverse.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The persistent volume and downloaded workspace only covered /workspace.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When the container restarted, /root/.cache vanished and the trained weights were unrecoverable.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389120"/>
          </a:xfrm>
          <a:prstGeom prst="roundRect">
            <a:avLst/>
          </a:prstGeom>
          <a:solidFill>
            <a:srgbClr val="0F1C33"/>
          </a:solidFill>
          <a:ln>
            <a:solidFill>
              <a:srgbClr val="32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67E8F9"/>
                </a:solidFill>
                <a:latin typeface="Arial"/>
              </a:rPr>
              <a:t>Repo fix committed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3891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Reverse scripts now default to /workspace/nanochat_reverse when /workspace is writable.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nanochat common utilities now prefer /workspace on Linux hosted environments before ~/.cache.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5F7FB"/>
                </a:solidFill>
                <a:latin typeface="Arial"/>
              </a:rPr>
              <a:t>Future RunPod launches will persist checkpoints by default instead of relying on ephemeral home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